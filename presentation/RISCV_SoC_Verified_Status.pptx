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hex_sub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18872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1488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RISC-V DUAL-CORE SoC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Memory Subsystem — Verified Engineering Status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77240" y="3520440"/>
            <a:ext cx="21945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37947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data-grounded review: every figure in this deck is sourced directly from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OpenLane/LibreLane metrics, STA reports, and RTL/testbench source — not from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narrative claims.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This Deck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here is labeled by evidence source, not asserted as fact.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4F8F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on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762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80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directly from metrics.json, STA reports, or counted from RTL/testbench source in the project archive.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BEEE0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011680"/>
            <a:ext cx="685800" cy="685800"/>
          </a:xfrm>
          <a:prstGeom prst="ellipse">
            <a:avLst/>
          </a:prstGeom>
          <a:solidFill>
            <a:srgbClr val="D97B29"/>
          </a:solidFill>
          <a:ln/>
        </p:spPr>
      </p:sp>
      <p:pic>
        <p:nvPicPr>
          <p:cNvPr id="11" name="Image 1" descr="icon_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1762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2880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CLAIMED — UNVERIFIABLE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33756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in the prior report, but no build log, bitstream, or measurement artifact exists in this archive to confirm it.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8E6E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011680"/>
            <a:ext cx="685800" cy="685800"/>
          </a:xfrm>
          <a:prstGeom prst="ellipse">
            <a:avLst/>
          </a:prstGeom>
          <a:solidFill>
            <a:srgbClr val="B0413E"/>
          </a:solidFill>
          <a:ln/>
        </p:spPr>
      </p:sp>
      <p:pic>
        <p:nvPicPr>
          <p:cNvPr id="16" name="Image 2" descr="icon_z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17627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03920" y="2880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FLAGGED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333756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discrepancy or open issue found while cross-checking the report against the underlying tool data.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Dual-Core SoC — Verified Status Review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dual-core RV32I SoC with real, verified silicon-implementation data — smaller and less mature than previously reported, with open items before tape-out.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pic>
        <p:nvPicPr>
          <p:cNvPr id="5" name="Image 0" descr="icon_lay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423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260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modules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(4,294 lines)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29000" y="17830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pic>
        <p:nvPicPr>
          <p:cNvPr id="9" name="Image 1" descr="icon_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9659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11880" y="2423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3611880" y="29260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tests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09360" y="17830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pic>
        <p:nvPicPr>
          <p:cNvPr id="13" name="Image 2" descr="icon_cpu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9659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92240" y="2423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1,335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6492240" y="29260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cells placed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(post-PnR, verified)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9189720" y="17830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pic>
        <p:nvPicPr>
          <p:cNvPr id="17" name="Image 3" descr="icon_targe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19659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72600" y="2423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0.022 mm²</a:t>
            </a:r>
            <a:endParaRPr lang="en-US" sz="2600" dirty="0"/>
          </a:p>
        </p:txBody>
      </p:sp>
      <p:sp>
        <p:nvSpPr>
          <p:cNvPr id="19" name="Text 13"/>
          <p:cNvSpPr txBox="1"/>
          <p:nvPr/>
        </p:nvSpPr>
        <p:spPr>
          <a:xfrm>
            <a:off x="9372600" y="29260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area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(verified, not 0.47 mm²)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429768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is clean and synthesizes without latches; 10/10 directed acceptance tests pass.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ASIC implementation is ~20× smaller and ~400× lower power than the prior report stated.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 export did not complete cleanly; one fanout violation remains in the signed-off netlist.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bring-up (frequency, utilization, hardware test) has no artifacts in this archive to verify it.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Dual-Core SoC — Verified Status Review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RV32I cores, private caches, a coherence controller, and an AXI4-Lite fabric to shared memory and peripherals.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737360"/>
          </a:xfrm>
          <a:prstGeom prst="roundRect">
            <a:avLst>
              <a:gd name="adj" fmla="val 3684"/>
            </a:avLst>
          </a:prstGeom>
          <a:solidFill>
            <a:srgbClr val="1E2761"/>
          </a:solidFill>
          <a:ln/>
        </p:spPr>
      </p:sp>
      <p:pic>
        <p:nvPicPr>
          <p:cNvPr id="5" name="Image 0" descr="icon_c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" y="25420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0: rv32i_core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880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· RegFile · Ctrl · PC · I-SRAM · D-Cache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09360" y="1828800"/>
            <a:ext cx="2743200" cy="1737360"/>
          </a:xfrm>
          <a:prstGeom prst="roundRect">
            <a:avLst>
              <a:gd name="adj" fmla="val 3684"/>
            </a:avLst>
          </a:prstGeom>
          <a:solidFill>
            <a:srgbClr val="1E2761"/>
          </a:solidFill>
          <a:ln/>
        </p:spPr>
      </p:sp>
      <p:pic>
        <p:nvPicPr>
          <p:cNvPr id="9" name="Image 1" descr="icon_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011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10528" y="25420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1: rv32i_core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510528" y="2880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· RegFile · Ctrl · PC · I-SRAM · D-Cache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11880" y="1965960"/>
            <a:ext cx="2377440" cy="1463040"/>
          </a:xfrm>
          <a:prstGeom prst="roundRect">
            <a:avLst>
              <a:gd name="adj" fmla="val 4375"/>
            </a:avLst>
          </a:prstGeom>
          <a:solidFill>
            <a:srgbClr val="02C39A"/>
          </a:solidFill>
          <a:ln/>
        </p:spPr>
      </p:sp>
      <p:pic>
        <p:nvPicPr>
          <p:cNvPr id="13" name="Image 2" descr="icon_bran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12140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794760" y="254203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Coherence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 (I/S/M)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1920240" y="3566160"/>
            <a:ext cx="0" cy="502920"/>
          </a:xfrm>
          <a:prstGeom prst="line">
            <a:avLst/>
          </a:prstGeom>
          <a:noFill/>
          <a:ln w="19050">
            <a:solidFill>
              <a:srgbClr val="5B668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800600" y="3429000"/>
            <a:ext cx="0" cy="640080"/>
          </a:xfrm>
          <a:prstGeom prst="line">
            <a:avLst/>
          </a:prstGeom>
          <a:noFill/>
          <a:ln w="19050">
            <a:solidFill>
              <a:srgbClr val="5B66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680960" y="3566160"/>
            <a:ext cx="0" cy="502920"/>
          </a:xfrm>
          <a:prstGeom prst="line">
            <a:avLst/>
          </a:prstGeom>
          <a:noFill/>
          <a:ln w="19050">
            <a:solidFill>
              <a:srgbClr val="5B668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48640" y="4069080"/>
            <a:ext cx="8503920" cy="548640"/>
          </a:xfrm>
          <a:prstGeom prst="roundRect">
            <a:avLst>
              <a:gd name="adj" fmla="val 10000"/>
            </a:avLst>
          </a:prstGeom>
          <a:solidFill>
            <a:srgbClr val="5B6688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48640" y="40690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AXI4-Lite Arbiter (round-robin) → Decoder → 5 slave ranges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89204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48640" y="4892040"/>
            <a:ext cx="1627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SRAM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286000" y="489204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2286000" y="4892040"/>
            <a:ext cx="1627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MMIO Regs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023360" y="489204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023360" y="4892040"/>
            <a:ext cx="1627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115200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760720" y="489204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760720" y="4892040"/>
            <a:ext cx="1627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/ LED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7498080" y="4892040"/>
            <a:ext cx="1627632" cy="86868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498080" y="4892040"/>
            <a:ext cx="1627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DECERR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9281160" y="1828800"/>
            <a:ext cx="2377440" cy="3931920"/>
          </a:xfrm>
          <a:prstGeom prst="roundRect">
            <a:avLst>
              <a:gd name="adj" fmla="val 2692"/>
            </a:avLst>
          </a:prstGeom>
          <a:solidFill>
            <a:srgbClr val="F4F6FB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46404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modules, 4 tiers</a:t>
            </a:r>
            <a:endParaRPr lang="en-US" sz="1250" dirty="0"/>
          </a:p>
        </p:txBody>
      </p:sp>
      <p:sp>
        <p:nvSpPr>
          <p:cNvPr id="32" name="Text 27"/>
          <p:cNvSpPr txBox="1"/>
          <p:nvPr/>
        </p:nvSpPr>
        <p:spPr>
          <a:xfrm>
            <a:off x="946404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9464040" y="26334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files, 1,195 ln</a:t>
            </a:r>
            <a:endParaRPr lang="en-US" sz="950" dirty="0"/>
          </a:p>
        </p:txBody>
      </p:sp>
      <p:sp>
        <p:nvSpPr>
          <p:cNvPr id="34" name="Text 29"/>
          <p:cNvSpPr txBox="1"/>
          <p:nvPr/>
        </p:nvSpPr>
        <p:spPr>
          <a:xfrm>
            <a:off x="9464040" y="30906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Cache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9464040" y="33467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files, 1,282 ln</a:t>
            </a:r>
            <a:endParaRPr lang="en-US" sz="950" dirty="0"/>
          </a:p>
        </p:txBody>
      </p:sp>
      <p:sp>
        <p:nvSpPr>
          <p:cNvPr id="36" name="Text 31"/>
          <p:cNvSpPr txBox="1"/>
          <p:nvPr/>
        </p:nvSpPr>
        <p:spPr>
          <a:xfrm>
            <a:off x="9464040" y="38039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Fabric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9464040" y="40599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files, 390 ln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9464040" y="45171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Peripherals</a:t>
            </a:r>
            <a:endParaRPr lang="en-US" sz="1100" dirty="0"/>
          </a:p>
        </p:txBody>
      </p:sp>
      <p:sp>
        <p:nvSpPr>
          <p:cNvPr id="39" name="Text 34"/>
          <p:cNvSpPr txBox="1"/>
          <p:nvPr/>
        </p:nvSpPr>
        <p:spPr>
          <a:xfrm>
            <a:off x="9464040" y="4773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files, 898 ln</a:t>
            </a:r>
            <a:endParaRPr lang="en-US" sz="950" dirty="0"/>
          </a:p>
        </p:txBody>
      </p:sp>
      <p:sp>
        <p:nvSpPr>
          <p:cNvPr id="40" name="Text 35"/>
          <p:cNvSpPr txBox="1"/>
          <p:nvPr/>
        </p:nvSpPr>
        <p:spPr>
          <a:xfrm>
            <a:off x="9464040" y="527608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file count and line count directly counted from rtl/.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Dual-Core SoC — Verified Status Review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Verification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testbench is solid and fully accounted for. The UVM layer has a genuine scoreboard — but its “randomized” test does not randomize.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E4F8F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on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1433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8483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Directed Testbench — 10/10 passing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(AC-9)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Single-core load/store (AC-3)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detection (AC-2)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 + AXI fill (AC-2/3)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Cross-core coherence (AC-4/5)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Arbiter fairness (AC-8)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Multi-line, no spurious inv. (AC-2)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MMIO bypass (AC-10/7)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DECERR error (AC-11)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increments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35040" y="178308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BEEE0"/>
          </a:solidFill>
          <a:ln/>
        </p:spPr>
      </p:sp>
      <p:sp>
        <p:nvSpPr>
          <p:cNvPr id="10" name="Shape 7"/>
          <p:cNvSpPr/>
          <p:nvPr/>
        </p:nvSpPr>
        <p:spPr>
          <a:xfrm>
            <a:off x="6309360" y="2011680"/>
            <a:ext cx="548640" cy="548640"/>
          </a:xfrm>
          <a:prstGeom prst="ellipse">
            <a:avLst/>
          </a:prstGeom>
          <a:solidFill>
            <a:srgbClr val="D97B29"/>
          </a:solidFill>
          <a:ln/>
        </p:spPr>
      </p:sp>
      <p:pic>
        <p:nvPicPr>
          <p:cNvPr id="11" name="Image 1" descr="icon_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034" y="21433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95160" y="20848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UVM Layer — 8 test classes present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309360" y="2606040"/>
            <a:ext cx="5074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scoreboard: golden-memory model with uvm_error on mismatch (soc_uvm_pkg.sv).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test_reset, test_cache_hit_miss, test_coherence_cross_core, test_arbiter_fairness, test_error_handling, test_mmio_counters all implemented as named UVM tests.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⚠"/>
            </a:pPr>
            <a:r>
              <a:rPr lang="en-US" sz="11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FLAGGED: test_randomized contains zero randomize() calls — it idles 50,000 cycles and hopes transactions accumulate. “10,000+ transactions, &gt;85% coverage” is not backed by constrained-random stimulus.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Dual-Core SoC — Verified Status Review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ASIC Physical Implementation — Verified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directly from final/metrics.json and the post-PnR STA summary, sky130A / OpenLane run RUN_2026-09-09_05-42-53.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709928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1,335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21992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cells placed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14600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547 combinational + 196 sequential + bufs/tap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87952" y="1600200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89120" y="1709928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0.022 mm²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221992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area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514600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21,823 µm² (die: 27,221 µm²)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827264" y="1600200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28432" y="1709928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0.44 mW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028432" y="2221992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power (post-PnR)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028432" y="2514600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0.025 µW + switching 82 µW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329184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61.6%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3803904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09651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std-cell placement density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87952" y="3182112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89120" y="329184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+22.2 ns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3803904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setup slack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409651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across all 9 PVT corners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27264" y="3182112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28432" y="329184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+0.18 ns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028432" y="3803904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hold slack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028432" y="4096512"/>
            <a:ext cx="3099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margin — see Risk Register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172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closed clean: DRC errors converged 225 → 46 → 34 → 0 across four iterations; antenna violations 0.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Dual-Core SoC — Verified Status Review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Report vs. Verified Data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FINAL_REPORT_5_COMPLETE_ARCHITECTURE.md claims figures that do not match the project's own tool outputs.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7744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0" y="1600200"/>
            <a:ext cx="265176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17520" y="16002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claimed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77840" y="1600200"/>
            <a:ext cx="384048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160020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(metrics.json / STA)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418320" y="1600200"/>
            <a:ext cx="192024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160020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167128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16712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count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0" y="2167128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216712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~31,000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2167128"/>
            <a:ext cx="3840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0" y="216712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1,335 std cells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418320" y="2167128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09760" y="216712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~20–40× over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734056"/>
            <a:ext cx="23774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73405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area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26080" y="2734056"/>
            <a:ext cx="26517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17520" y="273405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 mm²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77840" y="2734056"/>
            <a:ext cx="384048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0" y="273405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0.022 mm²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418320" y="2734056"/>
            <a:ext cx="19202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09760" y="27340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~21× over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300984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30098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 power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26080" y="3300984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17520" y="330098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~170–200 mW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77840" y="3300984"/>
            <a:ext cx="3840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0" y="330098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 mW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418320" y="3300984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509760" y="330098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~400–900× over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3867912"/>
            <a:ext cx="23774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386791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slack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926080" y="3867912"/>
            <a:ext cx="26517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017520" y="38679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+16.8 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577840" y="3867912"/>
            <a:ext cx="384048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0" y="386791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+22.2 ns (worst, post-PnR)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418320" y="3867912"/>
            <a:ext cx="19202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509760" y="386791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stage cited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4434840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" y="44348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violations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926080" y="4434840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017520" y="443484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“0, all gates passed”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577840" y="4434840"/>
            <a:ext cx="3840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669280" y="44348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max-fanout violation, all corners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418320" y="4434840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509760" y="44348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contradicted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5001768"/>
            <a:ext cx="23774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0080" y="500176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 / tape-out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926080" y="5001768"/>
            <a:ext cx="26517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017520" y="50017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“Authorized for tape-out”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577840" y="5001768"/>
            <a:ext cx="384048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669280" y="500176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 export step crashed; no gds/ in final output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418320" y="5001768"/>
            <a:ext cx="192024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509760" y="500176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substantiated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Dual-Core SoC — Verified Status Review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 &amp; Risk Register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evidence-based issues to close before this design is presented as tape-out ready.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8728" cy="2148840"/>
          </a:xfrm>
          <a:prstGeom prst="roundRect">
            <a:avLst>
              <a:gd name="adj" fmla="val 2979"/>
            </a:avLst>
          </a:prstGeom>
          <a:solidFill>
            <a:srgbClr val="1B2352"/>
          </a:solidFill>
          <a:ln/>
        </p:spPr>
      </p:sp>
      <p:sp>
        <p:nvSpPr>
          <p:cNvPr id="5" name="Shape 3"/>
          <p:cNvSpPr/>
          <p:nvPr/>
        </p:nvSpPr>
        <p:spPr>
          <a:xfrm>
            <a:off x="3218688" y="176479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B041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18688" y="17647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746504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GDS export did not complete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313432"/>
            <a:ext cx="313639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gds_run.log errors on a missing flow step ID; final/ has no gds/ directory. No verifiable GDSII exists despite “tape-out authorized” language.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251960" y="1600200"/>
            <a:ext cx="3538728" cy="2148840"/>
          </a:xfrm>
          <a:prstGeom prst="roundRect">
            <a:avLst>
              <a:gd name="adj" fmla="val 2979"/>
            </a:avLst>
          </a:prstGeom>
          <a:solidFill>
            <a:srgbClr val="1B2352"/>
          </a:solidFill>
          <a:ln/>
        </p:spPr>
      </p:sp>
      <p:sp>
        <p:nvSpPr>
          <p:cNvPr id="10" name="Shape 8"/>
          <p:cNvSpPr/>
          <p:nvPr/>
        </p:nvSpPr>
        <p:spPr>
          <a:xfrm>
            <a:off x="6922008" y="176479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B041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22008" y="17647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453128" y="1746504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 margin is razor-thin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453128" y="2313432"/>
            <a:ext cx="313639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hold slack is +0.18 ns in 3 of 9 PVT corners — easily eaten by OCV/derating not modeled in this signoff.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7955280" y="1600200"/>
            <a:ext cx="3538728" cy="2148840"/>
          </a:xfrm>
          <a:prstGeom prst="roundRect">
            <a:avLst>
              <a:gd name="adj" fmla="val 2979"/>
            </a:avLst>
          </a:prstGeom>
          <a:solidFill>
            <a:srgbClr val="1B2352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25328" y="176479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D97B2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625328" y="17647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156448" y="1746504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Unresolved fanout violation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156448" y="2313432"/>
            <a:ext cx="313639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max_fanout_violation = 1 in every corner of the final signed-off netlist, despite the report's “0 violations” claim.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38728" cy="2148840"/>
          </a:xfrm>
          <a:prstGeom prst="roundRect">
            <a:avLst>
              <a:gd name="adj" fmla="val 2979"/>
            </a:avLst>
          </a:prstGeom>
          <a:solidFill>
            <a:srgbClr val="1B2352"/>
          </a:solidFill>
          <a:ln/>
        </p:spPr>
      </p:sp>
      <p:sp>
        <p:nvSpPr>
          <p:cNvPr id="20" name="Shape 18"/>
          <p:cNvSpPr/>
          <p:nvPr/>
        </p:nvSpPr>
        <p:spPr>
          <a:xfrm>
            <a:off x="3218688" y="409651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D97B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218688" y="40965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078224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“Randomized” UVM test isn't random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645152"/>
            <a:ext cx="313639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test_randomized has no randomize() call — coverage/transaction-count claims tied to it are unverified.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251960" y="3931920"/>
            <a:ext cx="3538728" cy="2148840"/>
          </a:xfrm>
          <a:prstGeom prst="roundRect">
            <a:avLst>
              <a:gd name="adj" fmla="val 2979"/>
            </a:avLst>
          </a:prstGeom>
          <a:solidFill>
            <a:srgbClr val="1B2352"/>
          </a:solidFill>
          <a:ln/>
        </p:spPr>
      </p:sp>
      <p:sp>
        <p:nvSpPr>
          <p:cNvPr id="25" name="Shape 23"/>
          <p:cNvSpPr/>
          <p:nvPr/>
        </p:nvSpPr>
        <p:spPr>
          <a:xfrm>
            <a:off x="6922008" y="409651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D97B2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22008" y="40965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453128" y="4078224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FPGA results unverifiable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453128" y="4645152"/>
            <a:ext cx="313639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bitstream, utilization report, or hardware log exists in the archive — only Makefile/XDC/flow.json configs.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7955280" y="3931920"/>
            <a:ext cx="3538728" cy="2148840"/>
          </a:xfrm>
          <a:prstGeom prst="roundRect">
            <a:avLst>
              <a:gd name="adj" fmla="val 2979"/>
            </a:avLst>
          </a:prstGeom>
          <a:solidFill>
            <a:srgbClr val="1B2352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25328" y="409651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5B668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625328" y="40965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156448" y="4078224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Module/file-count mismatch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156448" y="4645152"/>
            <a:ext cx="313639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states 18 modules; 17 .sv files exist under rtl/.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Dual-Core SoC — Verified Status Review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path to genuine tape-out readiness — sequenced by what blocks the next milestone.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2763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GDS export step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62763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flow config so the LibreLane/OpenLane run finishes and produces a verifiable GDSII in final/gds/.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2374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timing risk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2523744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hold analysis with realistic OCV/derating; the current +0.18 ns margin will not survive it as-is.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38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1985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the fanout violation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419856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buffer the offending net; confirm 0 violations across all 9 corners before re-claiming sign-off.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342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3159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real randomized verification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431596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constrained-random sequences with actual randomize() calls; re-measure functional coverage honestly.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2303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30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2120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FPGA evidence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52120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the bitstream, utilization report, and a hardware test log — currently nothing substantiates the FPGA claims.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Dual-Core SoC — Verified Status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hex_sub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18872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Work Is Real.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2004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synthesizable dual-core RV32I design with a working coherence protocol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need inflated numbers to be a solid result — it needs an honest scorecard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five concrete fixes before it's tape-out ready.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77240" y="4434840"/>
            <a:ext cx="21945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final/metrics.json · 55-openroad-stapostpnr/summary.rpt · gds_run.log · rtl/ · tb/uvm/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2026-09-13T13:53:51Z</dcterms:created>
  <dcterms:modified xsi:type="dcterms:W3CDTF">2026-09-13T13:53:51Z</dcterms:modified>
</cp:coreProperties>
</file>